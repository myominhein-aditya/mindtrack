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MindTrack: Mental Health &amp; Well-being Surveillance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 Statement: Mental health and well-being surveillance, assessment and tracking solution among children</a:t>
            </a:r>
          </a:p>
          <a:p/>
          <a:p>
            <a:r>
              <a:t>Tagline: Early Detection. Timely Support. Safe Childhoods.</a:t>
            </a:r>
          </a:p>
          <a:p/>
          <a:p>
            <a:r>
              <a:t>Team Name: Team GammaRay</a:t>
            </a:r>
          </a:p>
          <a:p/>
          <a:p>
            <a:r>
              <a:t>Core Idea</a:t>
            </a:r>
          </a:p>
          <a:p>
            <a:r>
              <a:t>MindTrack is a child-centric digital platform designed to support periodic surveillance, age-appropriate assessment and longitudinal tracking of children's mental health and well-being, while helping trained school counselors identify children who may need additional support.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PROBLEM</a:t>
            </a:r>
          </a:p>
          <a:p>
            <a:r>
              <a:t>- Children's mental health can change gradually and go unnoticed.</a:t>
            </a:r>
          </a:p>
          <a:p>
            <a:r>
              <a:t>- Children may lack vocabulary to communicate emotional difficulties.</a:t>
            </a:r>
          </a:p>
          <a:p>
            <a:r>
              <a:t>- Need for structured survey, assess and track system.</a:t>
            </a:r>
          </a:p>
          <a:p/>
          <a:p>
            <a:r>
              <a:t>PROPOSED SOLUTION</a:t>
            </a:r>
          </a:p>
          <a:p>
            <a:r>
              <a:t>- Child-friendly digital check-ins.</a:t>
            </a:r>
          </a:p>
          <a:p>
            <a:r>
              <a:t>- Age-appropriate questions.</a:t>
            </a:r>
          </a:p>
          <a:p>
            <a:r>
              <a:t>- Compares current responses with historical trends.</a:t>
            </a:r>
          </a:p>
          <a:p>
            <a:r>
              <a:t>- Classifies cases for counselors to follow up.</a:t>
            </a:r>
          </a:p>
          <a:p/>
          <a:p>
            <a:r>
              <a:t>3 CORE FUNCTIONS</a:t>
            </a:r>
          </a:p>
          <a:p>
            <a:r>
              <a:t>SURVEILLANCE | ASSESSMENT | TRACKING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</a:t>
            </a:r>
          </a:p>
          <a:p>
            <a:r>
              <a:t>- React.js, Vite, Framer Motion, Gamified UX</a:t>
            </a:r>
          </a:p>
          <a:p/>
          <a:p>
            <a:r>
              <a:t>BACKEND</a:t>
            </a:r>
          </a:p>
          <a:p>
            <a:r>
              <a:t>- FastAPI, Python, REST APIs, PostgreSQL</a:t>
            </a:r>
          </a:p>
          <a:p/>
          <a:p>
            <a:r>
              <a:t>AI / ANALYTICS ENGINE</a:t>
            </a:r>
          </a:p>
          <a:p>
            <a:r>
              <a:t>- Groq API, Llama 3 8B, Structured response analysis</a:t>
            </a:r>
          </a:p>
          <a:p/>
          <a:p>
            <a:r>
              <a:t>3-TIER TRACKING ENGINE</a:t>
            </a:r>
          </a:p>
          <a:p>
            <a:r>
              <a:t>TIER 1 (STABLE) -&gt; TIER 2 (WATCHLIST) -&gt; TIER 3 (HIGH PRIORITY)</a:t>
            </a:r>
          </a:p>
          <a:p/>
          <a:p>
            <a:r>
              <a:t>SAFETY PRINCIPLE</a:t>
            </a:r>
          </a:p>
          <a:p>
            <a:r>
              <a:t>'AI assists screening. Trained professionals assess and intervene.'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 AND VIABILITY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FEASIBILITY</a:t>
            </a:r>
          </a:p>
          <a:p>
            <a:r>
              <a:t>- Software-first solution; no specialized hardware MVP.</a:t>
            </a:r>
          </a:p>
          <a:p>
            <a:r>
              <a:t>- PostgreSQL supports structured longitudinal scaling.</a:t>
            </a:r>
          </a:p>
          <a:p/>
          <a:p>
            <a:r>
              <a:t>MITIGATION STRATEGIES</a:t>
            </a:r>
          </a:p>
          <a:p>
            <a:r>
              <a:t>- Age-appropriate, structured questions.</a:t>
            </a:r>
          </a:p>
          <a:p>
            <a:r>
              <a:t>- Combine assessment with historical trends.</a:t>
            </a:r>
          </a:p>
          <a:p>
            <a:r>
              <a:t>- Strict RBAC and school-level data isolation.</a:t>
            </a:r>
          </a:p>
          <a:p/>
          <a:p>
            <a:r>
              <a:t>ROADMAP</a:t>
            </a:r>
          </a:p>
          <a:p>
            <a:r>
              <a:t>MVP -&gt; PILOT -&gt; DISTRICT SCALE -&gt; STATE SCALE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AND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CHILD: Simple, non-intimidating reflection; early support.</a:t>
            </a:r>
          </a:p>
          <a:p>
            <a:r>
              <a:t>COUNSELOR: Prioritized list; longitudinal graphs; tracking.</a:t>
            </a:r>
          </a:p>
          <a:p>
            <a:r>
              <a:t>ADMINISTRATION: Anonymized aggregate trends.</a:t>
            </a:r>
          </a:p>
          <a:p/>
          <a:p>
            <a:r>
              <a:t>TARGET OUTCOMES</a:t>
            </a:r>
          </a:p>
          <a:p>
            <a:r>
              <a:t>- Earlier identification of concerns.</a:t>
            </a:r>
          </a:p>
          <a:p>
            <a:r>
              <a:t>- Better visibility into gradual changes.</a:t>
            </a:r>
          </a:p>
          <a:p>
            <a:r>
              <a:t>- Reduced dependence on observation alone.</a:t>
            </a:r>
          </a:p>
          <a:p/>
          <a:p>
            <a:r>
              <a:t>KEY IMPACT STATEMENT</a:t>
            </a:r>
          </a:p>
          <a:p>
            <a:r>
              <a:t>'Surveillance finds the signal. Assessment understands it. Tracking reveals the trend.'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RESEARCH, ETHICS &amp;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CHILD-CENTRIC ASSESSMENT</a:t>
            </a:r>
          </a:p>
          <a:p>
            <a:r>
              <a:t>- Age-appropriate, gamified, non-diagnostic.</a:t>
            </a:r>
          </a:p>
          <a:p/>
          <a:p>
            <a:r>
              <a:t>2. PRIVACY-FIRST DESIGN</a:t>
            </a:r>
          </a:p>
          <a:p>
            <a:r>
              <a:t>- RBAC, data isolation, auditable profiles.</a:t>
            </a:r>
          </a:p>
          <a:p/>
          <a:p>
            <a:r>
              <a:t>3. HUMAN-IN-THE-LOOP SAFETY</a:t>
            </a:r>
          </a:p>
          <a:p>
            <a:r>
              <a:t>- AI never replaces the counselor.</a:t>
            </a:r>
          </a:p>
          <a:p/>
          <a:p>
            <a:r>
              <a:t>REFERENCES</a:t>
            </a:r>
          </a:p>
          <a:p>
            <a:r>
              <a:t>- India's Digital Personal Data Protection framework.</a:t>
            </a:r>
          </a:p>
          <a:p>
            <a:r>
              <a:t>- Institutional child-protection procedures.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